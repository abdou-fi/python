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306" r:id="rId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22" autoAdjust="0"/>
  </p:normalViewPr>
  <p:slideViewPr>
    <p:cSldViewPr>
      <p:cViewPr varScale="1">
        <p:scale>
          <a:sx n="99" d="100"/>
          <a:sy n="99" d="100"/>
        </p:scale>
        <p:origin x="20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B400E-A695-491E-855F-C615024AA45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42CB9-5B0E-46E9-98B8-C728C6EB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0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74A2-C1E8-895F-DAA8-A449671E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3B9B3-E5EF-0B8D-AF71-7853F9EB6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73D02-0D6D-3E43-12C2-5FB41130F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31EEE-E6C7-3590-0AB2-533AFD093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2CB9-5B0E-46E9-98B8-C728C6EBDB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92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7308A-E4C5-22C5-7433-5203F098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E5ECC58-4CDD-D853-D607-6A73C7B3A8A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3">
            <a:extLst>
              <a:ext uri="{FF2B5EF4-FFF2-40B4-BE49-F238E27FC236}">
                <a16:creationId xmlns:a16="http://schemas.microsoft.com/office/drawing/2014/main" id="{83DCD877-50D3-46A1-4049-9C94133D63E8}"/>
              </a:ext>
            </a:extLst>
          </p:cNvPr>
          <p:cNvGrpSpPr/>
          <p:nvPr/>
        </p:nvGrpSpPr>
        <p:grpSpPr>
          <a:xfrm>
            <a:off x="3241331" y="-14231"/>
            <a:ext cx="15046669" cy="3409063"/>
            <a:chOff x="0" y="0"/>
            <a:chExt cx="2360062" cy="52815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10D6970-8CDC-BCB0-F16F-986DC0EC38B6}"/>
                </a:ext>
              </a:extLst>
            </p:cNvPr>
            <p:cNvSpPr/>
            <p:nvPr/>
          </p:nvSpPr>
          <p:spPr>
            <a:xfrm>
              <a:off x="0" y="0"/>
              <a:ext cx="2360062" cy="528153"/>
            </a:xfrm>
            <a:custGeom>
              <a:avLst/>
              <a:gdLst/>
              <a:ahLst/>
              <a:cxnLst/>
              <a:rect l="l" t="t" r="r" b="b"/>
              <a:pathLst>
                <a:path w="2360062" h="528153">
                  <a:moveTo>
                    <a:pt x="9148" y="0"/>
                  </a:moveTo>
                  <a:lnTo>
                    <a:pt x="2350914" y="0"/>
                  </a:lnTo>
                  <a:cubicBezTo>
                    <a:pt x="2353340" y="0"/>
                    <a:pt x="2355667" y="964"/>
                    <a:pt x="2357383" y="2679"/>
                  </a:cubicBezTo>
                  <a:cubicBezTo>
                    <a:pt x="2359098" y="4395"/>
                    <a:pt x="2360062" y="6722"/>
                    <a:pt x="2360062" y="9148"/>
                  </a:cubicBezTo>
                  <a:lnTo>
                    <a:pt x="2360062" y="519005"/>
                  </a:lnTo>
                  <a:cubicBezTo>
                    <a:pt x="2360062" y="521431"/>
                    <a:pt x="2359098" y="523758"/>
                    <a:pt x="2357383" y="525474"/>
                  </a:cubicBezTo>
                  <a:cubicBezTo>
                    <a:pt x="2355667" y="527189"/>
                    <a:pt x="2353340" y="528153"/>
                    <a:pt x="2350914" y="528153"/>
                  </a:cubicBezTo>
                  <a:lnTo>
                    <a:pt x="9148" y="528153"/>
                  </a:lnTo>
                  <a:cubicBezTo>
                    <a:pt x="6722" y="528153"/>
                    <a:pt x="4395" y="527189"/>
                    <a:pt x="2679" y="525474"/>
                  </a:cubicBezTo>
                  <a:cubicBezTo>
                    <a:pt x="964" y="523758"/>
                    <a:pt x="0" y="521431"/>
                    <a:pt x="0" y="519005"/>
                  </a:cubicBezTo>
                  <a:lnTo>
                    <a:pt x="0" y="9148"/>
                  </a:lnTo>
                  <a:cubicBezTo>
                    <a:pt x="0" y="6722"/>
                    <a:pt x="964" y="4395"/>
                    <a:pt x="2679" y="2679"/>
                  </a:cubicBezTo>
                  <a:cubicBezTo>
                    <a:pt x="4395" y="964"/>
                    <a:pt x="6722" y="0"/>
                    <a:pt x="9148" y="0"/>
                  </a:cubicBezTo>
                  <a:close/>
                </a:path>
              </a:pathLst>
            </a:custGeom>
            <a:blipFill>
              <a:blip r:embed="rId4"/>
              <a:stretch>
                <a:fillRect t="-98298" b="-982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2C93232-0041-E3CD-4DCC-7AF061D6F214}"/>
              </a:ext>
            </a:extLst>
          </p:cNvPr>
          <p:cNvSpPr/>
          <p:nvPr/>
        </p:nvSpPr>
        <p:spPr>
          <a:xfrm>
            <a:off x="17756910" y="9949588"/>
            <a:ext cx="407672" cy="233485"/>
          </a:xfrm>
          <a:custGeom>
            <a:avLst/>
            <a:gdLst/>
            <a:ahLst/>
            <a:cxnLst/>
            <a:rect l="l" t="t" r="r" b="b"/>
            <a:pathLst>
              <a:path w="407672" h="233485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80568B0-785A-12C7-2177-7E4E01C77E5B}"/>
              </a:ext>
            </a:extLst>
          </p:cNvPr>
          <p:cNvSpPr/>
          <p:nvPr/>
        </p:nvSpPr>
        <p:spPr>
          <a:xfrm>
            <a:off x="0" y="0"/>
            <a:ext cx="4323178" cy="3394832"/>
          </a:xfrm>
          <a:custGeom>
            <a:avLst/>
            <a:gdLst/>
            <a:ahLst/>
            <a:cxnLst/>
            <a:rect l="l" t="t" r="r" b="b"/>
            <a:pathLst>
              <a:path w="4323178" h="3394832">
                <a:moveTo>
                  <a:pt x="0" y="0"/>
                </a:moveTo>
                <a:lnTo>
                  <a:pt x="4323178" y="0"/>
                </a:lnTo>
                <a:lnTo>
                  <a:pt x="4323178" y="3394832"/>
                </a:lnTo>
                <a:lnTo>
                  <a:pt x="0" y="3394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63AD95D-83E6-7D29-59B6-C8FBA4F5E641}"/>
              </a:ext>
            </a:extLst>
          </p:cNvPr>
          <p:cNvSpPr txBox="1"/>
          <p:nvPr/>
        </p:nvSpPr>
        <p:spPr>
          <a:xfrm>
            <a:off x="137247" y="3054195"/>
            <a:ext cx="8735033" cy="1091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110"/>
              </a:lnSpc>
            </a:pPr>
            <a:r>
              <a:rPr lang="en-US" sz="36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tserrat Bold"/>
              </a:rPr>
              <a:t>Python for beginners with applications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F8C35B5-C2CF-E066-AAE2-6DD4B4B43C41}"/>
              </a:ext>
            </a:extLst>
          </p:cNvPr>
          <p:cNvSpPr txBox="1"/>
          <p:nvPr/>
        </p:nvSpPr>
        <p:spPr>
          <a:xfrm>
            <a:off x="654081" y="5771740"/>
            <a:ext cx="17510501" cy="2362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10"/>
              </a:lnSpc>
            </a:pPr>
            <a:r>
              <a:rPr lang="en-US" sz="72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Plotting and data-visualization in Python</a:t>
            </a:r>
          </a:p>
          <a:p>
            <a:pPr>
              <a:lnSpc>
                <a:spcPts val="10110"/>
              </a:lnSpc>
            </a:pPr>
            <a:r>
              <a:rPr lang="en-US" sz="3200" i="1" spc="85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Libraries : Matplotlib, Seaborn, Plotly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B8AF03D-B402-7BA1-0F3C-4D5400EED681}"/>
              </a:ext>
            </a:extLst>
          </p:cNvPr>
          <p:cNvSpPr txBox="1"/>
          <p:nvPr/>
        </p:nvSpPr>
        <p:spPr>
          <a:xfrm>
            <a:off x="137247" y="4180372"/>
            <a:ext cx="17845954" cy="430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41"/>
              </a:lnSpc>
            </a:pPr>
            <a:r>
              <a:rPr lang="en-US" sz="2800" i="1" spc="85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Write code from scratch in a clear &amp; concise way, through a complete basic course. From beginners to intermediate.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EB1CF0E-E860-8BC4-4D01-3E7AFFBEBC1E}"/>
              </a:ext>
            </a:extLst>
          </p:cNvPr>
          <p:cNvSpPr txBox="1"/>
          <p:nvPr/>
        </p:nvSpPr>
        <p:spPr>
          <a:xfrm>
            <a:off x="1137620" y="9696036"/>
            <a:ext cx="15469320" cy="37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3"/>
              </a:lnSpc>
            </a:pPr>
            <a:r>
              <a:rPr lang="en-US" sz="2400" i="1" spc="7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Abdesselam Filali </a:t>
            </a:r>
            <a:r>
              <a:rPr lang="en-US" sz="2400" i="1" spc="73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Light Italics"/>
              </a:rPr>
              <a:t>2026-04-22  18h00 </a:t>
            </a:r>
            <a:r>
              <a:rPr lang="en-US" sz="2400" i="1" spc="7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Algiers time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125E423-A294-B90D-C9E4-A192734CD5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230600" y="854923"/>
            <a:ext cx="1658432" cy="182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68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2679</TotalTime>
  <Words>46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Times New Roman</vt:lpstr>
      <vt:lpstr>Aptos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Purple Modern Programming Presentation</dc:title>
  <dc:creator>HP</dc:creator>
  <cp:lastModifiedBy>FILALI Abdesselam</cp:lastModifiedBy>
  <cp:revision>20</cp:revision>
  <dcterms:created xsi:type="dcterms:W3CDTF">2006-08-16T00:00:00Z</dcterms:created>
  <dcterms:modified xsi:type="dcterms:W3CDTF">2026-04-22T16:32:11Z</dcterms:modified>
  <dc:identifier>DAG4Tm8YvCM</dc:identifier>
</cp:coreProperties>
</file>