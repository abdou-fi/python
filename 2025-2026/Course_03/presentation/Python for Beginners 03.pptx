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</p:sldMasterIdLst>
  <p:notesMasterIdLst>
    <p:notesMasterId r:id="rId3"/>
  </p:notesMasterIdLst>
  <p:sldIdLst>
    <p:sldId id="304" r:id="rId2"/>
  </p:sldIdLst>
  <p:sldSz cx="9144000" cy="5143500" type="screen16x9"/>
  <p:notesSz cx="6858000" cy="9144000"/>
  <p:embeddedFontLst>
    <p:embeddedFont>
      <p:font typeface="Open Sauce Light" panose="020B0604020202020204" charset="0"/>
      <p:regular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D8BD58-9CB3-4A9F-AF80-38FE7DF55D26}">
  <a:tblStyle styleId="{49D8BD58-9CB3-4A9F-AF80-38FE7DF55D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6" autoAdjust="0"/>
    <p:restoredTop sz="84932" autoAdjust="0"/>
  </p:normalViewPr>
  <p:slideViewPr>
    <p:cSldViewPr snapToGrid="0">
      <p:cViewPr varScale="1">
        <p:scale>
          <a:sx n="169" d="100"/>
          <a:sy n="169" d="100"/>
        </p:scale>
        <p:origin x="14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E8990-6423-8BCC-CD07-4B23078D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1FBA3-C746-9C45-7CB7-D29125DB0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B0539-1DC7-5B27-A240-87D99AC3E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3CCDF-88F8-4206-CFB0-099A6D9E9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342CB9-5B0E-46E9-98B8-C728C6EBDB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684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9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2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7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1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20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4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7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9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0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3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0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6DEC9-05E4-D9BA-F24E-9A58D3F4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556FE8C-0C8B-1B91-9A0D-2D1DFCE3918C}"/>
              </a:ext>
            </a:extLst>
          </p:cNvPr>
          <p:cNvGrpSpPr/>
          <p:nvPr/>
        </p:nvGrpSpPr>
        <p:grpSpPr>
          <a:xfrm>
            <a:off x="1620666" y="-7116"/>
            <a:ext cx="7523335" cy="1704532"/>
            <a:chOff x="0" y="0"/>
            <a:chExt cx="2360062" cy="5281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267B530-6FAD-C8B2-B49B-50FDFD673B7A}"/>
                </a:ext>
              </a:extLst>
            </p:cNvPr>
            <p:cNvSpPr/>
            <p:nvPr/>
          </p:nvSpPr>
          <p:spPr>
            <a:xfrm>
              <a:off x="0" y="0"/>
              <a:ext cx="2360062" cy="528153"/>
            </a:xfrm>
            <a:custGeom>
              <a:avLst/>
              <a:gdLst/>
              <a:ahLst/>
              <a:cxnLst/>
              <a:rect l="l" t="t" r="r" b="b"/>
              <a:pathLst>
                <a:path w="2360062" h="528153">
                  <a:moveTo>
                    <a:pt x="9148" y="0"/>
                  </a:moveTo>
                  <a:lnTo>
                    <a:pt x="2350914" y="0"/>
                  </a:lnTo>
                  <a:cubicBezTo>
                    <a:pt x="2353340" y="0"/>
                    <a:pt x="2355667" y="964"/>
                    <a:pt x="2357383" y="2679"/>
                  </a:cubicBezTo>
                  <a:cubicBezTo>
                    <a:pt x="2359098" y="4395"/>
                    <a:pt x="2360062" y="6722"/>
                    <a:pt x="2360062" y="9148"/>
                  </a:cubicBezTo>
                  <a:lnTo>
                    <a:pt x="2360062" y="519005"/>
                  </a:lnTo>
                  <a:cubicBezTo>
                    <a:pt x="2360062" y="521431"/>
                    <a:pt x="2359098" y="523758"/>
                    <a:pt x="2357383" y="525474"/>
                  </a:cubicBezTo>
                  <a:cubicBezTo>
                    <a:pt x="2355667" y="527189"/>
                    <a:pt x="2353340" y="528153"/>
                    <a:pt x="2350914" y="528153"/>
                  </a:cubicBezTo>
                  <a:lnTo>
                    <a:pt x="9148" y="528153"/>
                  </a:lnTo>
                  <a:cubicBezTo>
                    <a:pt x="6722" y="528153"/>
                    <a:pt x="4395" y="527189"/>
                    <a:pt x="2679" y="525474"/>
                  </a:cubicBezTo>
                  <a:cubicBezTo>
                    <a:pt x="964" y="523758"/>
                    <a:pt x="0" y="521431"/>
                    <a:pt x="0" y="519005"/>
                  </a:cubicBezTo>
                  <a:lnTo>
                    <a:pt x="0" y="9148"/>
                  </a:lnTo>
                  <a:cubicBezTo>
                    <a:pt x="0" y="6722"/>
                    <a:pt x="964" y="4395"/>
                    <a:pt x="2679" y="2679"/>
                  </a:cubicBezTo>
                  <a:cubicBezTo>
                    <a:pt x="4395" y="964"/>
                    <a:pt x="6722" y="0"/>
                    <a:pt x="9148" y="0"/>
                  </a:cubicBezTo>
                  <a:close/>
                </a:path>
              </a:pathLst>
            </a:custGeom>
            <a:blipFill>
              <a:blip r:embed="rId3"/>
              <a:stretch>
                <a:fillRect t="-98298" b="-98298"/>
              </a:stretch>
            </a:blipFill>
          </p:spPr>
          <p:txBody>
            <a:bodyPr/>
            <a:lstStyle/>
            <a:p>
              <a:pPr defTabSz="457200">
                <a:buClrTx/>
              </a:pPr>
              <a:endParaRPr lang="en-US" sz="9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1AC4A1D-C0F7-ACA2-2A59-B751CAE7DC00}"/>
              </a:ext>
            </a:extLst>
          </p:cNvPr>
          <p:cNvSpPr/>
          <p:nvPr/>
        </p:nvSpPr>
        <p:spPr>
          <a:xfrm>
            <a:off x="8878455" y="4974794"/>
            <a:ext cx="203836" cy="116743"/>
          </a:xfrm>
          <a:custGeom>
            <a:avLst/>
            <a:gdLst/>
            <a:ahLst/>
            <a:cxnLst/>
            <a:rect l="l" t="t" r="r" b="b"/>
            <a:pathLst>
              <a:path w="407672" h="233485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457200">
              <a:buClrTx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89DBA76-1C5B-C6B0-3BBE-BBDE0590C837}"/>
              </a:ext>
            </a:extLst>
          </p:cNvPr>
          <p:cNvSpPr/>
          <p:nvPr/>
        </p:nvSpPr>
        <p:spPr>
          <a:xfrm>
            <a:off x="0" y="0"/>
            <a:ext cx="2161589" cy="1697416"/>
          </a:xfrm>
          <a:custGeom>
            <a:avLst/>
            <a:gdLst/>
            <a:ahLst/>
            <a:cxnLst/>
            <a:rect l="l" t="t" r="r" b="b"/>
            <a:pathLst>
              <a:path w="4323178" h="3394832">
                <a:moveTo>
                  <a:pt x="0" y="0"/>
                </a:moveTo>
                <a:lnTo>
                  <a:pt x="4323178" y="0"/>
                </a:lnTo>
                <a:lnTo>
                  <a:pt x="4323178" y="3394832"/>
                </a:lnTo>
                <a:lnTo>
                  <a:pt x="0" y="3394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8F69945-B26F-E2EE-569C-9D68F71CF86E}"/>
              </a:ext>
            </a:extLst>
          </p:cNvPr>
          <p:cNvSpPr txBox="1"/>
          <p:nvPr/>
        </p:nvSpPr>
        <p:spPr>
          <a:xfrm>
            <a:off x="68623" y="2071134"/>
            <a:ext cx="4897913" cy="1243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5055"/>
              </a:lnSpc>
              <a:buClrTx/>
            </a:pPr>
            <a:r>
              <a:rPr lang="en-US" sz="3300" b="1" i="1" kern="1200" spc="37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tserrat Bold"/>
              </a:rPr>
              <a:t>Python for beginners </a:t>
            </a:r>
          </a:p>
          <a:p>
            <a:pPr defTabSz="457200">
              <a:lnSpc>
                <a:spcPts val="5055"/>
              </a:lnSpc>
              <a:buClrTx/>
            </a:pPr>
            <a:r>
              <a:rPr lang="en-US" sz="3300" b="1" i="1" kern="1200" spc="37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tserrat Bold"/>
              </a:rPr>
              <a:t>with applications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657B81A-D528-3E24-B0B8-05179A08A2A9}"/>
              </a:ext>
            </a:extLst>
          </p:cNvPr>
          <p:cNvSpPr txBox="1"/>
          <p:nvPr/>
        </p:nvSpPr>
        <p:spPr>
          <a:xfrm>
            <a:off x="4628444" y="1887852"/>
            <a:ext cx="4499579" cy="2058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457200">
              <a:lnSpc>
                <a:spcPts val="1815"/>
              </a:lnSpc>
              <a:buClrTx/>
            </a:pPr>
            <a:r>
              <a:rPr lang="en-US" sz="1297" b="1" i="1" u="sng" kern="1200" spc="43" dirty="0">
                <a:solidFill>
                  <a:srgbClr val="FFC000"/>
                </a:solidFill>
                <a:latin typeface="Times New Roman" panose="02020603050405020304" pitchFamily="18" charset="0"/>
                <a:ea typeface="Open Sauce Bold Italics"/>
                <a:cs typeface="Times New Roman" panose="02020603050405020304" pitchFamily="18" charset="0"/>
                <a:sym typeface="Open Sauce Bold Italics"/>
              </a:rPr>
              <a:t>Lesson 03: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Exceptions and error handling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File handling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Libraries (NumPy, …)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Regular expressions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Data visualization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GUI creation (</a:t>
            </a:r>
            <a:r>
              <a:rPr lang="en-US" sz="1297" i="1" kern="1200" spc="43" dirty="0" err="1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Tkinter</a:t>
            </a: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, </a:t>
            </a:r>
            <a:r>
              <a:rPr lang="en-US" sz="1297" i="1" kern="1200" spc="43" dirty="0" err="1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PyQt</a:t>
            </a: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/</a:t>
            </a:r>
            <a:r>
              <a:rPr lang="en-US" sz="1297" i="1" kern="1200" spc="43" dirty="0" err="1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PySide</a:t>
            </a: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, Figma)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Dealing with data frames (reading, cleaning &amp; presenting)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Introduction to machine learning</a:t>
            </a:r>
            <a:endParaRPr lang="en-US" sz="1297" i="1" kern="1200" spc="43" dirty="0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F10A6F2-82D2-016C-5735-0A1373FF5A6C}"/>
              </a:ext>
            </a:extLst>
          </p:cNvPr>
          <p:cNvSpPr txBox="1"/>
          <p:nvPr/>
        </p:nvSpPr>
        <p:spPr>
          <a:xfrm>
            <a:off x="68623" y="3807412"/>
            <a:ext cx="4367517" cy="67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457200">
              <a:lnSpc>
                <a:spcPts val="1820"/>
              </a:lnSpc>
              <a:buClrTx/>
            </a:pPr>
            <a:r>
              <a:rPr lang="en-US" sz="1301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Write code from scratch in a clear &amp; concise way, through a complete basic course.</a:t>
            </a:r>
          </a:p>
          <a:p>
            <a:pPr algn="just" defTabSz="457200">
              <a:lnSpc>
                <a:spcPts val="1820"/>
              </a:lnSpc>
              <a:buClrTx/>
            </a:pPr>
            <a:r>
              <a:rPr lang="en-US" sz="1301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From beginners to intermediate.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BDBEAF3-280C-DBDA-13D2-D01650421DC6}"/>
              </a:ext>
            </a:extLst>
          </p:cNvPr>
          <p:cNvSpPr txBox="1"/>
          <p:nvPr/>
        </p:nvSpPr>
        <p:spPr>
          <a:xfrm>
            <a:off x="642486" y="4818799"/>
            <a:ext cx="7734660" cy="18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567"/>
              </a:lnSpc>
              <a:buClrTx/>
            </a:pPr>
            <a:r>
              <a:rPr lang="en-US" sz="1119" i="1" kern="1200" spc="37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Abdesselam Filali </a:t>
            </a:r>
            <a:r>
              <a:rPr lang="en-US" sz="1119" i="1" kern="1200" spc="37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Open Sauce Light Italics"/>
              </a:rPr>
              <a:t>2026-01-01  18h00 </a:t>
            </a:r>
            <a:r>
              <a:rPr lang="en-US" sz="1119" i="1" kern="1200" spc="37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Algiers time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95B04F-1D36-53F6-0AAC-5C490175DC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7171" y="137635"/>
            <a:ext cx="1355121" cy="14873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FC5172-B6D9-399B-8166-E010EDE744C1}"/>
              </a:ext>
            </a:extLst>
          </p:cNvPr>
          <p:cNvSpPr txBox="1"/>
          <p:nvPr/>
        </p:nvSpPr>
        <p:spPr>
          <a:xfrm>
            <a:off x="2803484" y="4438969"/>
            <a:ext cx="6628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https://github.com/Abdou-fi/python/tree/main/2025-2026/Course_03</a:t>
            </a:r>
          </a:p>
        </p:txBody>
      </p:sp>
    </p:spTree>
    <p:extLst>
      <p:ext uri="{BB962C8B-B14F-4D97-AF65-F5344CB8AC3E}">
        <p14:creationId xmlns:p14="http://schemas.microsoft.com/office/powerpoint/2010/main" val="120588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2820</TotalTime>
  <Words>97</Words>
  <Application>Microsoft Office PowerPoint</Application>
  <PresentationFormat>On-screen Show 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Times New Roman</vt:lpstr>
      <vt:lpstr>Open Sauce Light</vt:lpstr>
      <vt:lpstr>Aptos</vt:lpstr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Abdesselam FILALI</cp:lastModifiedBy>
  <cp:revision>24</cp:revision>
  <dcterms:modified xsi:type="dcterms:W3CDTF">2026-01-01T17:14:34Z</dcterms:modified>
</cp:coreProperties>
</file>